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Structures: Course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Chapter 1: arrays and linked lists</a:t>
            </a:r>
          </a:p>
          <a:p>
            <a:pPr>
              <a:defRPr sz="2300"/>
            </a:pPr>
            <a:r>
              <a:t>Chapter 2: stacks and queues</a:t>
            </a:r>
          </a:p>
          <a:p>
            <a:pPr>
              <a:defRPr sz="2300"/>
            </a:pPr>
            <a:r>
              <a:t>Chapter 3: choosing a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 —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Elements occupy contiguous storage.</a:t>
            </a:r>
          </a:p>
          <a:p>
            <a:pPr>
              <a:defRPr sz="2300"/>
            </a:pPr>
            <a:r>
              <a:t>Access by index: O(1).</a:t>
            </a:r>
          </a:p>
          <a:p>
            <a:pPr>
              <a:defRPr sz="2300"/>
            </a:pPr>
            <a:r>
              <a:t>Insertion at the front requires shifting elements: O(n).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 — Singly 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Each node stores a value and a next pointer.</a:t>
            </a:r>
          </a:p>
          <a:p>
            <a:pPr>
              <a:defRPr sz="2300"/>
            </a:pPr>
            <a:r>
              <a:t>Access by position requires traversal: O(n).</a:t>
            </a:r>
          </a:p>
          <a:p>
            <a:pPr>
              <a:defRPr sz="2300"/>
            </a:pPr>
            <a:r>
              <a:t>Insertion after an already known node: O(1); finding that node is separate.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 —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Last in, first out (LIFO).</a:t>
            </a:r>
          </a:p>
          <a:p>
            <a:pPr>
              <a:defRPr sz="2300"/>
            </a:pPr>
            <a:r>
              <a:t>push adds to the top; pop removes the top.</a:t>
            </a:r>
          </a:p>
          <a:p>
            <a:pPr>
              <a:defRPr sz="2300"/>
            </a:pPr>
            <a:r>
              <a:t>Example: undo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 —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First in, first out (FIFO).</a:t>
            </a:r>
          </a:p>
          <a:p>
            <a:pPr>
              <a:defRPr sz="2300"/>
            </a:pPr>
            <a:r>
              <a:t>enqueue adds at the back; dequeue removes from the front.</a:t>
            </a:r>
          </a:p>
          <a:p>
            <a:pPr>
              <a:defRPr sz="2300"/>
            </a:pPr>
            <a:r>
              <a:t>Example: tasks waiting for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 — Selection and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Choose an array for frequent indexed reads.</a:t>
            </a:r>
          </a:p>
          <a:p>
            <a:pPr>
              <a:defRPr sz="2300"/>
            </a:pPr>
            <a:r>
              <a:t>Choose a stack when the most recent item must be processed first.</a:t>
            </a:r>
          </a:p>
          <a:p>
            <a:pPr>
              <a:defRPr sz="2300"/>
            </a:pPr>
            <a:r>
              <a:t>Choose a queue when arrival order must be preserved.</a:t>
            </a:r>
          </a:p>
          <a:p>
            <a:pPr>
              <a:defRPr sz="2300"/>
            </a:pPr>
            <a:r>
              <a:t>This course does not specify thread safety or memory-management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 —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A linked-list O(1) insertion claim assumes the target node is already known.</a:t>
            </a:r>
          </a:p>
          <a:p>
            <a:pPr>
              <a:defRPr sz="2300"/>
            </a:pPr>
            <a:r>
              <a:t>State the operation and its assumptions when quoting complexity.</a:t>
            </a:r>
          </a:p>
          <a:p>
            <a:pPr>
              <a:defRPr sz="2300"/>
            </a:pPr>
            <a:r>
              <a:t>LIFO and FIFO describe removal order, not a particular storage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>NoteForge contributors</dc:creator>
  <ns0:keywords/>
  <dc:description>generated using python-pptx</dc:description>
  <ns0:lastModifiedBy>NoteForge contributors</ns0:lastModifiedBy>
  <ns0:revision>1</ns0:revision>
  <ns2:created xsi:type="dcterms:W3CDTF">2013-01-27T09:14:16Z</ns2:created>
  <ns2:modified xsi:type="dcterms:W3CDTF">2013-01-27T09:15:58Z</ns2:modified>
  <ns0:category/>
</ns0:coreProperties>
</file>